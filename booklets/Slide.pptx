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3625c5a51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3625c5a51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3625c5a51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3625c5a51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3625c5a51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3625c5a51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3625c5a51_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3625c5a51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3625c5a51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3625c5a51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3625c5a51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3625c5a51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3625c5a51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3625c5a51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3625c5a51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3625c5a51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3625c5a51_28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3625c5a51_28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3625c5a51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3625c5a51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3625c5a51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3625c5a51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igliora l’aspetto di questa slide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igliora l’aspetto di questa slide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igliora l’aspetto di questa slide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igliora l’aspetto di questa slide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 rotWithShape="1">
          <a:blip r:embed="rId3">
            <a:alphaModFix/>
          </a:blip>
          <a:srcRect b="0" l="0" r="0" t="10"/>
          <a:stretch/>
        </p:blipFill>
        <p:spPr>
          <a:xfrm>
            <a:off x="-35700" y="0"/>
            <a:ext cx="9210675" cy="51443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" name="Google Shape;75;p17"/>
          <p:cNvCxnSpPr/>
          <p:nvPr/>
        </p:nvCxnSpPr>
        <p:spPr>
          <a:xfrm>
            <a:off x="5173650" y="1589775"/>
            <a:ext cx="747000" cy="520800"/>
          </a:xfrm>
          <a:prstGeom prst="straightConnector1">
            <a:avLst/>
          </a:prstGeom>
          <a:noFill/>
          <a:ln cap="flat" cmpd="sng" w="19050">
            <a:solidFill>
              <a:srgbClr val="C200FF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6" name="Google Shape;76;p17"/>
          <p:cNvCxnSpPr/>
          <p:nvPr/>
        </p:nvCxnSpPr>
        <p:spPr>
          <a:xfrm flipH="1" rot="10800000">
            <a:off x="5194200" y="2569775"/>
            <a:ext cx="774300" cy="376800"/>
          </a:xfrm>
          <a:prstGeom prst="straightConnector1">
            <a:avLst/>
          </a:prstGeom>
          <a:noFill/>
          <a:ln cap="flat" cmpd="sng" w="19050">
            <a:solidFill>
              <a:srgbClr val="FF99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7" name="Google Shape;77;p17"/>
          <p:cNvCxnSpPr/>
          <p:nvPr/>
        </p:nvCxnSpPr>
        <p:spPr>
          <a:xfrm flipH="1" rot="10800000">
            <a:off x="6940825" y="2298125"/>
            <a:ext cx="845100" cy="300"/>
          </a:xfrm>
          <a:prstGeom prst="straightConnector1">
            <a:avLst/>
          </a:prstGeom>
          <a:noFill/>
          <a:ln cap="flat" cmpd="sng" w="19050">
            <a:solidFill>
              <a:srgbClr val="C200FF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igliora l’aspetto di questa slide" id="82" name="Google Shape;8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ogli la freccia che va simulator a gateway e fai una freccia bidirezionale che va da gateway alle repliche" id="87" name="Google Shape;8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igliora l'aspetto delle slides" id="92" name="Google Shape;9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1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-35700" y="0"/>
            <a:ext cx="9210675" cy="5143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igliora l'aspetto delle slides" id="102" name="Google Shape;10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igliora l'aspetto delle slides" id="107" name="Google Shape;10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